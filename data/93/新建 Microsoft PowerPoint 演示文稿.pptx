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9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23" autoAdjust="0"/>
  </p:normalViewPr>
  <p:slideViewPr>
    <p:cSldViewPr>
      <p:cViewPr varScale="1">
        <p:scale>
          <a:sx n="76" d="100"/>
          <a:sy n="76" d="100"/>
        </p:scale>
        <p:origin x="-346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2019/8/5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97522" y="188640"/>
            <a:ext cx="539121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altLang="zh-CN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38</a:t>
            </a:r>
            <a:r>
              <a:rPr lang="zh-CN" altLang="en-US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中</a:t>
            </a:r>
            <a:r>
              <a:rPr lang="en-US" altLang="zh-CN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16</a:t>
            </a:r>
            <a:r>
              <a:rPr lang="zh-CN" altLang="en-US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启体简体" pitchFamily="65" charset="-122"/>
                <a:ea typeface="方正启体简体" pitchFamily="65" charset="-122"/>
              </a:rPr>
              <a:t>届九三班蹭饭图</a:t>
            </a:r>
            <a:endParaRPr lang="zh-CN" altLang="en-US" sz="40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方正启体简体" pitchFamily="65" charset="-122"/>
              <a:ea typeface="方正启体简体" pitchFamily="65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" y="950442"/>
            <a:ext cx="9060678" cy="59075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5" name="直接连接符 4"/>
          <p:cNvCxnSpPr/>
          <p:nvPr/>
        </p:nvCxnSpPr>
        <p:spPr>
          <a:xfrm>
            <a:off x="7668344" y="2132856"/>
            <a:ext cx="72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7596336" y="1556792"/>
            <a:ext cx="504056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804248" y="5157192"/>
            <a:ext cx="1044116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84268" y="5373216"/>
            <a:ext cx="1548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姚胜昀 集美大学 福建厦门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52120" y="1053558"/>
            <a:ext cx="3276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冯海宝 东北林业大学 黑龙江哈尔滨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葛晨昊 牡丹江医学院 黑龙江牡丹江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 flipV="1">
            <a:off x="4553910" y="2204864"/>
            <a:ext cx="738170" cy="1582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652120" y="4581128"/>
            <a:ext cx="144016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6444208" y="3284984"/>
            <a:ext cx="882098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246186" y="3282456"/>
            <a:ext cx="1512168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19872" y="1844824"/>
            <a:ext cx="3024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梁致铭 西安交通大学 陕西西安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尹韦俊 西安电子科技大学 陕西西安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孙轩邈 中国人民解放军空军工程大学 陕西西安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55976" y="6093296"/>
            <a:ext cx="3032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李赫楠 武汉理工大学 湖北武汉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>
                <a:latin typeface="方正粗黑宋简体" pitchFamily="2" charset="-122"/>
                <a:ea typeface="方正粗黑宋简体" pitchFamily="2" charset="-122"/>
              </a:rPr>
              <a:t>田家</a:t>
            </a:r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祎 湖北大学 湖北武汉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89342" y="2915001"/>
            <a:ext cx="1539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高浩文 南开大学天津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85257" y="3438221"/>
            <a:ext cx="21512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程僖 北京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>
                <a:latin typeface="方正粗黑宋简体" pitchFamily="2" charset="-122"/>
                <a:ea typeface="方正粗黑宋简体" pitchFamily="2" charset="-122"/>
              </a:rPr>
              <a:t>赵浩</a:t>
            </a:r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峰 承德医学院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>
                <a:latin typeface="方正粗黑宋简体" pitchFamily="2" charset="-122"/>
                <a:ea typeface="方正粗黑宋简体" pitchFamily="2" charset="-122"/>
              </a:rPr>
              <a:t>河北</a:t>
            </a:r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承德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smtClean="0">
                <a:latin typeface="方正粗黑宋简体" pitchFamily="2" charset="-122"/>
                <a:ea typeface="方正粗黑宋简体" pitchFamily="2" charset="-122"/>
              </a:rPr>
              <a:t>韩张绮梦 河北民族师范大学 河北承德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>
                <a:latin typeface="方正粗黑宋简体" pitchFamily="2" charset="-122"/>
                <a:ea typeface="方正粗黑宋简体" pitchFamily="2" charset="-122"/>
              </a:rPr>
              <a:t>黄</a:t>
            </a:r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菲菲黄乐洋尹若冰</a:t>
            </a:r>
            <a:endParaRPr lang="en-US" altLang="zh-CN" sz="1400" dirty="0" smtClean="0">
              <a:latin typeface="方正粗黑宋简体" pitchFamily="2" charset="-122"/>
              <a:ea typeface="方正粗黑宋简体" pitchFamily="2" charset="-122"/>
            </a:endParaRPr>
          </a:p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 河北邢台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2915816" y="5337212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59632" y="5157192"/>
            <a:ext cx="1656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苏启予 云南昆明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67744" y="52652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259632" y="6093296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姚佳硕 桂林理工大学 广西桂林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H="1">
            <a:off x="3275856" y="5634536"/>
            <a:ext cx="576064" cy="45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5872358" y="4221088"/>
            <a:ext cx="1417944" cy="2026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002270" y="6247184"/>
            <a:ext cx="1674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方正粗黑宋简体" pitchFamily="2" charset="-122"/>
                <a:ea typeface="方正粗黑宋简体" pitchFamily="2" charset="-122"/>
              </a:rPr>
              <a:t>杨航 河南商丘</a:t>
            </a:r>
            <a:endParaRPr lang="zh-CN" altLang="en-US" sz="1400" dirty="0">
              <a:latin typeface="方正粗黑宋简体" pitchFamily="2" charset="-122"/>
              <a:ea typeface="方正粗黑宋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526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90</TotalTime>
  <Words>88</Words>
  <Application>Microsoft Office PowerPoint</Application>
  <PresentationFormat>全屏显示(4:3)</PresentationFormat>
  <Paragraphs>19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气流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微软用户</cp:lastModifiedBy>
  <cp:revision>9</cp:revision>
  <dcterms:created xsi:type="dcterms:W3CDTF">2019-08-05T04:00:29Z</dcterms:created>
  <dcterms:modified xsi:type="dcterms:W3CDTF">2019-08-05T05:41:12Z</dcterms:modified>
</cp:coreProperties>
</file>